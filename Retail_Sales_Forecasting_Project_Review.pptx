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47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template - Minor Project review presentation for B.Tech II year. Replace every placeholder in angle brackets. Title slide: speak for 30 seconds - greet the panel, state the title, introduce the team and the guide. Do not read the slide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60-90 seconds. Start broad (the domain), end narrow (your specific task). Avoid definitions copied from Wikipedia - the panel will ask for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must be ONE sentence. If you need two sentences, the scope is too wide for a minor project. The panel's first question is usually: who exactly benefits?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Speak about the trend: what most papers did, what results they reached, and what all of them left unsolved. Row 1 is a worked example - delete it and put your own paper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good review from an average one. State 2-3 gaps only, and make sure each one maps to a paper you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verbs - study, understand, analyse. Use build, classify, detect, compare, deploy. Four objectives is the right number for a minor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the diagram left to right in under a minute, naming the input and the output first. Be ready to say where your contribution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team member works well - it also answers the panel question 'who did what'.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versions where you know them. If you have a GitHub repository, show the link here - it is strong evidence of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status. Panels reward accurate self-assessment and penalise claims that fall apart under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week numbers to your academic calendar. Showing a plan for the remaining weeks is what the panel wants to hear at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The conclusion restates the problem, the gap and the promise -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Google Scholar's 'Cite' option and pick MLA/IEEE, then fix the formatting by hand. Never cite a blog, a YouTube video or a paper you have not opened.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deck open on the architecture slide during questions - most panel questions point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KL UNIVERSITY  •  BACHUPALLY CAMPUS, HYDERABAD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8148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Department of Computer Science &amp; Engineering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Retail Sales Forecasting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A machine-learning system that analyzes historical retail sales and forecasts future demand using time-series features and a Random Forest model.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PRESENTED BY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dirty="0"/>
              <a:t>G. Bharadwaj Reddy [2520030533]</a:t>
            </a:r>
          </a:p>
          <a:p>
            <a:r>
              <a:rPr lang="en-US" dirty="0"/>
              <a:t>P. Sushanth Reddy[2520030576]</a:t>
            </a:r>
            <a:endParaRPr dirty="0"/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UNDER THE GUIDANCE OF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6720840" y="3749040"/>
            <a:ext cx="4572000" cy="32004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-US" dirty="0" err="1"/>
              <a:t>Dr.Raghavendra</a:t>
            </a:r>
            <a:endParaRPr lang="en-US" dirty="0"/>
          </a:p>
          <a:p>
            <a:endParaRPr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Department of CSE</a:t>
            </a:r>
          </a:p>
          <a:p>
            <a:r>
              <a:t>KLH Bachupally Campus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B.Tech II Year  |  Minor Project Review  |  Academic Year 2026–27  |  Date: [Presentation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AGENDA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Contents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Introduction &amp; Forecasting Domain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Problem Statement &amp; Motivation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Literature Survey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Research Gap Identified</a:t>
            </a:r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Objectives of the Project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Proposed System Architecture</a:t>
            </a:r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Methodology &amp; Modules</a:t>
            </a:r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Tools and Technologies</a:t>
            </a:r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Work Completed / Demo</a:t>
            </a:r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Timeline &amp; Review Plan</a:t>
            </a:r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Expected Outcome &amp; Conclusion</a:t>
            </a:r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References</a:t>
            </a:r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Introduction &amp; Forecasting Domain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603504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 </a:t>
            </a:r>
          </a:p>
          <a:p>
            <a:endParaRPr/>
          </a:p>
          <a:p>
            <a:endParaRPr/>
          </a:p>
          <a:p>
            <a:r>
              <a:t>What is the domain?</a:t>
            </a:r>
          </a:p>
          <a:p>
            <a:r>
              <a:t>Domain: Retail Analytics &amp; Time-Series Forecasting</a:t>
            </a:r>
          </a:p>
          <a:p>
            <a:r>
              <a:t>Retail sales forecasting estimates future sales from historical observations to support inventory, staffing and business planning.</a:t>
            </a:r>
          </a:p>
          <a:p>
            <a:r>
              <a:t>Why is it relevant today?</a:t>
            </a:r>
          </a:p>
          <a:p>
            <a:r>
              <a:t>Retailers need to anticipate changing demand, weekly patterns and seasonal peaks to reduce overstocking and stockouts.</a:t>
            </a:r>
          </a:p>
          <a:p>
            <a:r>
              <a:t>Where does your project sit?</a:t>
            </a:r>
          </a:p>
          <a:p>
            <a:r>
              <a:t>Our prototype analyzes daily sales by store and product category, creates calendar and lag features, and predicts future sales using a Random Forest regression model.</a:t>
            </a:r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543800" y="1307592"/>
            <a:ext cx="3931920" cy="2944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HISTORICAL SALES DATA</a:t>
            </a:r>
          </a:p>
          <a:p>
            <a:r>
              <a:t>Date • Store • Category • Sales</a:t>
            </a:r>
          </a:p>
          <a:p>
            <a:r>
              <a:t>↓</a:t>
            </a:r>
          </a:p>
          <a:p>
            <a:r>
              <a:t>FEATURE ENGINEERING</a:t>
            </a:r>
          </a:p>
          <a:p>
            <a:r>
              <a:t>Calendar + Lag + Rolling Averages</a:t>
            </a:r>
          </a:p>
          <a:p>
            <a:r>
              <a:t>↓</a:t>
            </a:r>
          </a:p>
          <a:p>
            <a:r>
              <a:t>FORECAST MODEL</a:t>
            </a:r>
          </a:p>
          <a:p>
            <a:r>
              <a:t>Random Forest Regression</a:t>
            </a:r>
          </a:p>
          <a:p>
            <a:r>
              <a:t>↓</a:t>
            </a:r>
          </a:p>
          <a:p>
            <a:r>
              <a:t>FUTURE SALES ESTIMATES</a:t>
            </a:r>
          </a:p>
        </p:txBody>
      </p:sp>
      <p:sp>
        <p:nvSpPr>
          <p:cNvPr id="8" name="Shape 6"/>
          <p:cNvSpPr/>
          <p:nvPr/>
        </p:nvSpPr>
        <p:spPr>
          <a:xfrm>
            <a:off x="7406640" y="4336305"/>
            <a:ext cx="4376444" cy="2208749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PROJECT SUMMARY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7635240" y="5084064"/>
            <a:ext cx="374904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The project combines Python-based data processing, a Random Forest forecasting pipeline and a Streamlit dashboard for historical trends, model evaluation and future sales estimates.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dirty="0"/>
          </a:p>
        </p:txBody>
      </p:sp>
      <p:pic>
        <p:nvPicPr>
          <p:cNvPr id="13" name="Pictur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406005" y="1407795"/>
            <a:ext cx="4206240" cy="2839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Problem Statement &amp; Motivation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PROBLEM STATEMENT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Retail businesses may struggle to estimate future demand from historical sales, making inventory and operational planning less reliable when trends and seasonality are not considered.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3291839"/>
            <a:ext cx="3520440" cy="2791719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Who is affected?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Retail store managers and inventory planners need dependable estimates of upcoming sales for each store and product category.</a:t>
            </a:r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791718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89702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What is the cost of the problem?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4526280" y="4281072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Poor forecasts can contribute to excess inventory, stockouts, missed sales and inefficient allocation of resources.</a:t>
            </a:r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791718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89646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Why solve it now?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8275320" y="4354224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Historical point-of-sale data can be analyzed with forecasting models and presented in dashboards that make trends and estimates easier to inspect.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Literature Survey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615440" y="1170432"/>
          <a:ext cx="9910972" cy="4297680"/>
        </p:xfrm>
        <a:graphic>
          <a:graphicData uri="http://schemas.openxmlformats.org/drawingml/2006/table">
            <a:tbl>
              <a:tblPr/>
              <a:tblGrid>
                <a:gridCol w="438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1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9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6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974">
                <a:tc>
                  <a:txBody>
                    <a:bodyPr/>
                    <a:lstStyle/>
                    <a:p>
                      <a:r>
                        <a:t>S.No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Author &amp; Year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Title / Technique Used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Dataset / Tools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 Findings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Limitation / Gap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575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Hyndman &amp; Athanasopoulos (2021)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Forecasting: Principles and Practice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Time-series forecasting methods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Explains trend, seasonality, evaluation and forecast workflow.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Method choice and accuracy depend on the data and context.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9695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Makridakis et al. (2018)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Statistical and ML forecasting methods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Forecasting competitions / method comparison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Highlights the need to compare forecasting methods empirically.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single method performs best for every dataset.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63880" y="576445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Research Gap Identified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575816"/>
            <a:ext cx="6842760" cy="1213104"/>
          </a:xfrm>
          <a:prstGeom prst="roundRect">
            <a:avLst>
              <a:gd name="adj" fmla="val 31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73202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84070"/>
            <a:ext cx="6263640" cy="6103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Basic summaries show past sales but do not directly estimate future demand.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3206496"/>
            <a:ext cx="6812280" cy="1042416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32669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7976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Forecasting models can be difficult to assess without a time-ordered test set and clear error metrics.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4715256"/>
            <a:ext cx="6812280" cy="1127760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53440" y="485851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3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853440" y="5199888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Sales trends, calendar patterns and store/category differences need to be brought together in an accessible workflow.</a:t>
            </a:r>
          </a:p>
        </p:txBody>
      </p:sp>
      <p:sp>
        <p:nvSpPr>
          <p:cNvPr id="13" name="Shape 11"/>
          <p:cNvSpPr/>
          <p:nvPr/>
        </p:nvSpPr>
        <p:spPr>
          <a:xfrm>
            <a:off x="7508240" y="198882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894320" y="236423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OUR PROJECT ADDRESSES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7894320" y="3163316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The prototype organizes daily sales by store and category, engineers calendar and lag features, trains a Random Forest regressor, evaluates predictions on a chronological holdout set, and presents forecasts and error metrics in a dashboard.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Objectives of the Project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To prepare sales data: Load daily records, validate dates and sales values, and summarize sales by store and product category.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To build a forecasting model: Engineer calendar, lag and rolling-average features and train a Random Forest regression model.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To evaluate predictions: Use a chronological train/test split and calculate MAE, RMSE and WAPE without training on future observations.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To deliver an interactive dashboard: Display sales trends, forecasts and actual-versus-predicted results, with CSV export.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23193" y="4256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Proposed System Architecture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71399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DATA INPUT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• Daily sales CSV with date, store, category and sales.</a:t>
            </a:r>
          </a:p>
          <a:p>
            <a:r>
              <a:t>• Demonstration dataset currently uses synthetic values.</a:t>
            </a:r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lstStyle/>
          <a:p>
            <a:endParaRPr/>
          </a:p>
          <a:p>
            <a:r>
              <a:t>• Parse dates and numeric sales values.</a:t>
            </a:r>
          </a:p>
          <a:p>
            <a:r>
              <a:t>• Remove invalid or missing required records.</a:t>
            </a:r>
          </a:p>
          <a:p>
            <a:r>
              <a:t>• Sort observations chronologically.</a:t>
            </a:r>
          </a:p>
        </p:txBody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DATA PREPROCESSING &amp; FEATURES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3575050" y="2193925"/>
            <a:ext cx="2286000" cy="1097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• Parse dates and numeric sales values; remove invalid records.</a:t>
            </a:r>
          </a:p>
          <a:p>
            <a:r>
              <a:t>• Create day/week/month fields, lagged sales and rolling averages.</a:t>
            </a:r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FORECASTING MODEL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464935" y="2182495"/>
            <a:ext cx="2286000" cy="11093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/>
          <a:lstStyle/>
          <a:p>
            <a:r>
              <a:t>• Train a Random Forest regressor using earlier observations.</a:t>
            </a:r>
          </a:p>
          <a:p>
            <a:r>
              <a:t>• Predict sales for each selected store/category series.</a:t>
            </a:r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OUTPUT &amp; EVALUATION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9354185" y="2193925"/>
            <a:ext cx="2286000" cy="1097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• Forecast daily sales for a selected store/category.</a:t>
            </a:r>
          </a:p>
          <a:p>
            <a:r>
              <a:t>• Evaluate later dates using MAE, RMSE and WAPE.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85800" y="3749040"/>
            <a:ext cx="70408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Workflow: CSV → validation and cleaning → exploratory analysis → calendar/lag features → chronological train/test split → Random Forest model → future forecasts and error metrics → Streamlit dashboard and CSV export.</a:t>
            </a:r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Key implementation detail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The prototype uses Python, Pandas, scikit-learn and Streamlit. The included CSV is synthetic demonstration data; real retail data must be used before claiming real-world forecasting accuracy.</a:t>
            </a:r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pic>
        <p:nvPicPr>
          <p:cNvPr id="26" name="Picture 25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" y="3766820"/>
            <a:ext cx="7478395" cy="2112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Methodology &amp; Modules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Module 1 - Data Loading &amp; Exploration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The CSV contains date, store, category and sales fields. The workflow checks required columns, parses dates, removes invalid values and visualizes overall and category-level sales trends.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Module 2 - Feature Engineering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Calendar features capture day-of-week and seasonal timing. Lag features (1, 7, 14 and 28 days) and rolling means summarize recent sales history.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Module 3 - Model Training &amp; Evaluation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A Random Forest regressor is trained on the earlier 80% of each series and evaluated on the later 20%. MAE, RMSE and WAPE summarize holdout errors.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Module 4 - Dashboard &amp; Forecasting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/>
          </a:p>
          <a:p>
            <a:r>
              <a:t>Frontend/dashboard: Streamlit with Plotly charts</a:t>
            </a:r>
          </a:p>
          <a:p>
            <a:r>
              <a:t>Data/model: Pandas and scikit-learn</a:t>
            </a:r>
          </a:p>
          <a:p>
            <a:r>
              <a:t>The user selects a store, category and forecast horizon, views predictions and downloads forecast values as CSV.</a:t>
            </a:r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Tools and Technologies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SOFTWARE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Language: Python</a:t>
            </a:r>
          </a:p>
          <a:p>
            <a:r>
              <a:t>Data processing: Pandas, NumPy</a:t>
            </a:r>
          </a:p>
          <a:p>
            <a:r>
              <a:t>Machine learning: scikit-learn RandomForestRegressor</a:t>
            </a:r>
          </a:p>
          <a:p>
            <a:r>
              <a:t>Visualization: Plotly and Matplotlib</a:t>
            </a:r>
          </a:p>
          <a:p>
            <a:r>
              <a:t>Dashboard: Streamlit</a:t>
            </a:r>
          </a:p>
          <a:p>
            <a:r>
              <a:t>Data format: CSV</a:t>
            </a:r>
          </a:p>
          <a:p>
            <a:r>
              <a:t>Development environment: VS Code / Google Colab</a:t>
            </a:r>
          </a:p>
          <a:p>
            <a:r>
              <a:t>Dependencies: requirements.txt</a:t>
            </a:r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HARDWARE / PLATFORM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/>
          </a:p>
          <a:p>
            <a:endParaRPr/>
          </a:p>
          <a:p>
            <a:endParaRPr/>
          </a:p>
          <a:p>
            <a:r>
              <a:t>Platform: Windows / Linux / macOS</a:t>
            </a:r>
          </a:p>
          <a:p>
            <a:r>
              <a:t>Runtime: Python 3.10+ recommended</a:t>
            </a:r>
          </a:p>
          <a:p>
            <a:r>
              <a:t>RAM: 4–8 GB recommended</a:t>
            </a:r>
          </a:p>
          <a:p>
            <a:r>
              <a:t>Execution: Local Streamlit web app</a:t>
            </a:r>
          </a:p>
          <a:p>
            <a:r>
              <a:t>Browser: Chrome, Edge or Firefox</a:t>
            </a:r>
          </a:p>
          <a:p>
            <a:r>
              <a:t>Data source: Included synthetic retail sales CSV</a:t>
            </a:r>
          </a:p>
          <a:p>
            <a:r>
              <a:t>Future extension: Replace with verified real-world retail history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Work Completed / Demo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Retail sales CSV &amp; schema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Prepared (synthetic)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Data cleaning &amp; EDA workflow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Implemented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Feature engineering pipeline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Implemented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C8A02C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Random Forest training workflow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Implemented</a:t>
            </a:r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6B728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Interactive Streamlit dashboard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Implemented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Evaluation on real retail data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Pending</a:t>
            </a:r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812280" y="146304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DEMO FEATURES</a:t>
            </a:r>
          </a:p>
          <a:p>
            <a:r>
              <a:t>• View total and average daily sales</a:t>
            </a:r>
          </a:p>
          <a:p>
            <a:r>
              <a:t>• Compare category sales and monthly trends</a:t>
            </a:r>
          </a:p>
          <a:p>
            <a:r>
              <a:t>• Select store and product category</a:t>
            </a:r>
          </a:p>
          <a:p>
            <a:r>
              <a:t>• Forecast sales for 7–90 days</a:t>
            </a:r>
          </a:p>
          <a:p>
            <a:r>
              <a:t>• Inspect MAE, RMSE and WAPE on a holdout set</a:t>
            </a:r>
          </a:p>
          <a:p>
            <a:r>
              <a:t>• Compare actual vs predicted sales</a:t>
            </a:r>
          </a:p>
          <a:p>
            <a:r>
              <a:t>• Download forecast and filtered data as CSV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5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85" y="1463040"/>
            <a:ext cx="4938395" cy="32467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Timeline &amp; Review Plan</a:t>
            </a:r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Data Preparation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48640" y="3804423"/>
            <a:ext cx="254565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/>
          </a:p>
          <a:p>
            <a:r>
              <a:t>Define forecast target and project scope</a:t>
            </a:r>
          </a:p>
          <a:p>
            <a:r>
              <a:t>Inspect the CSV schema and date coverage</a:t>
            </a:r>
          </a:p>
          <a:p>
            <a:r>
              <a:t>Clean missing and invalid records</a:t>
            </a:r>
          </a:p>
          <a:p>
            <a:r>
              <a:t>Explore store, category and time trends</a:t>
            </a:r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Model Development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Create calendar and lag features</a:t>
            </a:r>
          </a:p>
          <a:p>
            <a:r>
              <a:t>Train a Random Forest regressor</a:t>
            </a:r>
          </a:p>
          <a:p>
            <a:r>
              <a:t>Use a chronological train/test split</a:t>
            </a:r>
          </a:p>
          <a:p>
            <a:r>
              <a:t>Calculate MAE, RMSE and WAPE</a:t>
            </a:r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Dashboard Integration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Connect data and model to Streamlit</a:t>
            </a:r>
          </a:p>
          <a:p>
            <a:r>
              <a:t>Build trend and forecast charts</a:t>
            </a:r>
          </a:p>
          <a:p>
            <a:r>
              <a:t>Add store/category/horizon controls</a:t>
            </a:r>
          </a:p>
          <a:p>
            <a:r>
              <a:t>Enable CSV download</a:t>
            </a:r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Validation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/>
          </a:p>
          <a:p>
            <a:r>
              <a:t>Test with real historical retail data</a:t>
            </a:r>
          </a:p>
          <a:p>
            <a:r>
              <a:t>Compare with a simple baseline model</a:t>
            </a:r>
          </a:p>
          <a:p>
            <a:r>
              <a:t>Review errors across categories</a:t>
            </a:r>
          </a:p>
          <a:p>
            <a:r>
              <a:t>Prepare final demo and report</a:t>
            </a:r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Expected Outcome &amp; Conclusion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DELIVERABLE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/>
          </a:p>
          <a:p>
            <a:r>
              <a:t>A web-based retail analytics dashboard for exploring sales history, forecasting future daily sales and downloading forecast results.</a:t>
            </a:r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MEASURABLE TARGET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Evaluate the model on dates excluded from training using MAE, RMSE and WAPE. No real-world accuracy claim is made until the model is tested on verified retail data.</a:t>
            </a:r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BEYOND THE LAB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The system can support demand planning by helping users inspect historical patterns and compare estimated future sales across stores and product categories.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CONCLUSION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Retail Sales Forecasting uses historical daily sales and engineered time-series features to estimate future demand. The Random Forest model and Streamlit dashboard provide an end-to-end prototype for analysis, prediction and evaluation. Future work includes validation on real retail data, comparison with seasonal-naive and other forecasting methods, and adding promotions, prices, holidays and inventory information.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References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805940"/>
            <a:ext cx="1042416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[1] R. J. Hyndman and G. Athanasopoulos, Forecasting: Principles and Practice, 3rd ed., OTexts, 2021.</a:t>
            </a:r>
          </a:p>
          <a:p>
            <a:endParaRPr/>
          </a:p>
          <a:p>
            <a:r>
              <a:t>[2] S. Makridakis, E. Spiliotis and V. Assimakopoulos, “Statistical and Machine Learning forecasting methods: Concerns and ways forward,” PLOS ONE, vol. 13, no. 3, 2018.</a:t>
            </a:r>
          </a:p>
          <a:p>
            <a:endParaRPr/>
          </a:p>
          <a:p>
            <a:r>
              <a:t>[3] L. Breiman, “Random Forests,” Machine Learning, vol. 45, pp. 5–32, 2001.</a:t>
            </a:r>
          </a:p>
          <a:p>
            <a:endParaRPr/>
          </a:p>
          <a:p>
            <a:r>
              <a:t>[4] F. Pedregosa et al., “Scikit-learn: Machine Learning in Python,” Journal of Machine Learning Research, vol. 12, pp. 2825–2830, 2011.</a:t>
            </a:r>
          </a:p>
          <a:p>
            <a:endParaRPr/>
          </a:p>
          <a:p>
            <a:r>
              <a:t>[5] Streamlit documentation, “Build data apps in Python,” https://docs.streamlit.io/.</a:t>
            </a:r>
          </a:p>
          <a:p>
            <a:endParaRPr/>
          </a:p>
          <a:p>
            <a:r>
              <a:t>[6] Project prototype: Retail Sales Forecasting — Python, Pandas, scikit-learn and Streamlit.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Thank You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Team: [Team Number]  |  Guide: [Guide Name]  |  Dept. of CSE, KLH Bachupally 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2306</Words>
  <Application>Microsoft Office PowerPoint</Application>
  <PresentationFormat>Widescreen</PresentationFormat>
  <Paragraphs>316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Course Recommendation System - Minor Project Review</dc:title>
  <dc:subject>Content-based course recommendation using TF-IDF and cosine similarity</dc:subject>
  <dc:creator>likki</dc:creator>
  <cp:keywords>course recommendation, TF-IDF, cosine similarity, Flask, content-based filtering</cp:keywords>
  <cp:lastModifiedBy>Gopu Bharadwaj Reddy</cp:lastModifiedBy>
  <cp:revision>12</cp:revision>
  <dcterms:created xsi:type="dcterms:W3CDTF">2026-09-16T05:47:00Z</dcterms:created>
  <dcterms:modified xsi:type="dcterms:W3CDTF">2026-10-13T07:26:38Z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E5ECE929174C4AC58A7B05D13D52ADF4_12</vt:lpwstr>
  </property>
</Properties>
</file>